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79" autoAdjust="0"/>
    <p:restoredTop sz="94660"/>
  </p:normalViewPr>
  <p:slideViewPr>
    <p:cSldViewPr snapToGrid="0">
      <p:cViewPr varScale="1">
        <p:scale>
          <a:sx n="73" d="100"/>
          <a:sy n="73" d="100"/>
        </p:scale>
        <p:origin x="11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871B-38CB-47EC-AF40-BCE04C4C69B2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255A-7F17-4B4E-82AC-EBBDEDCC7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069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871B-38CB-47EC-AF40-BCE04C4C69B2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255A-7F17-4B4E-82AC-EBBDEDCC7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340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871B-38CB-47EC-AF40-BCE04C4C69B2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255A-7F17-4B4E-82AC-EBBDEDCC7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17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871B-38CB-47EC-AF40-BCE04C4C69B2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255A-7F17-4B4E-82AC-EBBDEDCC7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038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871B-38CB-47EC-AF40-BCE04C4C69B2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255A-7F17-4B4E-82AC-EBBDEDCC7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098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871B-38CB-47EC-AF40-BCE04C4C69B2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255A-7F17-4B4E-82AC-EBBDEDCC7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68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871B-38CB-47EC-AF40-BCE04C4C69B2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255A-7F17-4B4E-82AC-EBBDEDCC7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273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871B-38CB-47EC-AF40-BCE04C4C69B2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255A-7F17-4B4E-82AC-EBBDEDCC7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797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871B-38CB-47EC-AF40-BCE04C4C69B2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255A-7F17-4B4E-82AC-EBBDEDCC7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09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871B-38CB-47EC-AF40-BCE04C4C69B2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255A-7F17-4B4E-82AC-EBBDEDCC7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84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871B-38CB-47EC-AF40-BCE04C4C69B2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255A-7F17-4B4E-82AC-EBBDEDCC7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9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9871B-38CB-47EC-AF40-BCE04C4C69B2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6255A-7F17-4B4E-82AC-EBBDEDCC7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846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075289" y="1219200"/>
            <a:ext cx="4030133" cy="532835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03960" y="3226531"/>
            <a:ext cx="1658983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/>
              <a:t>Entity</a:t>
            </a:r>
            <a:endParaRPr lang="en-IN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108083" y="572869"/>
            <a:ext cx="2222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smtClean="0"/>
              <a:t>DBContext</a:t>
            </a:r>
            <a:endParaRPr lang="en-IN" sz="36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4314" y="2703311"/>
            <a:ext cx="2263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&lt;&lt;detached&gt;&gt;</a:t>
            </a:r>
            <a:endParaRPr lang="en-IN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4921429" y="1865531"/>
            <a:ext cx="2595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&lt;&lt;</a:t>
            </a:r>
            <a:r>
              <a:rPr lang="en-GB" sz="2800" dirty="0" err="1" smtClean="0"/>
              <a:t>UnChanged</a:t>
            </a:r>
            <a:r>
              <a:rPr lang="en-GB" sz="2800" dirty="0" smtClean="0"/>
              <a:t>&gt;&gt;</a:t>
            </a:r>
            <a:endParaRPr lang="en-IN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4903752" y="2773472"/>
            <a:ext cx="1856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&lt;&lt;Added&gt;&gt;</a:t>
            </a:r>
            <a:endParaRPr lang="en-IN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4921429" y="3884437"/>
            <a:ext cx="2228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&lt;&lt;Modified&gt;&gt;</a:t>
            </a:r>
            <a:endParaRPr lang="en-IN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4903751" y="4806499"/>
            <a:ext cx="2043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&lt;&lt;Deleted&gt;&gt;</a:t>
            </a:r>
            <a:endParaRPr lang="en-IN" sz="2800" dirty="0"/>
          </a:p>
        </p:txBody>
      </p:sp>
      <p:sp>
        <p:nvSpPr>
          <p:cNvPr id="13" name="Can 12"/>
          <p:cNvSpPr/>
          <p:nvPr/>
        </p:nvSpPr>
        <p:spPr>
          <a:xfrm>
            <a:off x="10489474" y="2481943"/>
            <a:ext cx="1423852" cy="248194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Arrow Connector 14"/>
          <p:cNvCxnSpPr>
            <a:stCxn id="9" idx="3"/>
          </p:cNvCxnSpPr>
          <p:nvPr/>
        </p:nvCxnSpPr>
        <p:spPr>
          <a:xfrm>
            <a:off x="7517268" y="2127141"/>
            <a:ext cx="2998332" cy="104783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933885" y="2127141"/>
            <a:ext cx="1103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Load()</a:t>
            </a:r>
            <a:endParaRPr lang="en-IN" sz="2800" dirty="0"/>
          </a:p>
        </p:txBody>
      </p:sp>
      <p:cxnSp>
        <p:nvCxnSpPr>
          <p:cNvPr id="18" name="Straight Arrow Connector 17"/>
          <p:cNvCxnSpPr>
            <a:stCxn id="5" idx="3"/>
            <a:endCxn id="10" idx="1"/>
          </p:cNvCxnSpPr>
          <p:nvPr/>
        </p:nvCxnSpPr>
        <p:spPr>
          <a:xfrm flipV="1">
            <a:off x="1862943" y="3035082"/>
            <a:ext cx="3040809" cy="4657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 rot="20513655">
            <a:off x="2825528" y="2713256"/>
            <a:ext cx="989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Add()</a:t>
            </a:r>
            <a:endParaRPr lang="en-IN" sz="2800" dirty="0"/>
          </a:p>
        </p:txBody>
      </p:sp>
      <p:cxnSp>
        <p:nvCxnSpPr>
          <p:cNvPr id="22" name="Straight Arrow Connector 21"/>
          <p:cNvCxnSpPr>
            <a:stCxn id="5" idx="3"/>
            <a:endCxn id="11" idx="1"/>
          </p:cNvCxnSpPr>
          <p:nvPr/>
        </p:nvCxnSpPr>
        <p:spPr>
          <a:xfrm>
            <a:off x="1862943" y="3500851"/>
            <a:ext cx="3058486" cy="64519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5" idx="3"/>
            <a:endCxn id="12" idx="1"/>
          </p:cNvCxnSpPr>
          <p:nvPr/>
        </p:nvCxnSpPr>
        <p:spPr>
          <a:xfrm>
            <a:off x="1862943" y="3500851"/>
            <a:ext cx="3040808" cy="15672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076011" y="3324696"/>
            <a:ext cx="1474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Update()</a:t>
            </a:r>
            <a:endParaRPr lang="en-IN" sz="2800" dirty="0"/>
          </a:p>
        </p:txBody>
      </p:sp>
      <p:sp>
        <p:nvSpPr>
          <p:cNvPr id="29" name="TextBox 28"/>
          <p:cNvSpPr txBox="1"/>
          <p:nvPr/>
        </p:nvSpPr>
        <p:spPr>
          <a:xfrm rot="2178639">
            <a:off x="2292888" y="4336162"/>
            <a:ext cx="1580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Remove()</a:t>
            </a:r>
            <a:endParaRPr lang="en-IN" sz="2800" dirty="0"/>
          </a:p>
        </p:txBody>
      </p:sp>
      <p:sp>
        <p:nvSpPr>
          <p:cNvPr id="33" name="TextBox 32"/>
          <p:cNvSpPr txBox="1"/>
          <p:nvPr/>
        </p:nvSpPr>
        <p:spPr>
          <a:xfrm>
            <a:off x="8775285" y="1473116"/>
            <a:ext cx="23763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Save Changes()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0584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867324" y="1159271"/>
            <a:ext cx="7615968" cy="532835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03961" y="3226531"/>
            <a:ext cx="1102326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/>
              <a:t>Entity</a:t>
            </a:r>
            <a:endParaRPr lang="en-IN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108083" y="572869"/>
            <a:ext cx="2222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smtClean="0"/>
              <a:t>DBContext</a:t>
            </a:r>
            <a:endParaRPr lang="en-IN" sz="36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4314" y="2703311"/>
            <a:ext cx="2263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&lt;&lt;detached&gt;&gt;</a:t>
            </a:r>
            <a:endParaRPr lang="en-IN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7330615" y="3726513"/>
            <a:ext cx="2595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&lt;&lt;</a:t>
            </a:r>
            <a:r>
              <a:rPr lang="en-GB" sz="2800" dirty="0" err="1" smtClean="0"/>
              <a:t>UnChanged</a:t>
            </a:r>
            <a:r>
              <a:rPr lang="en-GB" sz="2800" dirty="0" smtClean="0"/>
              <a:t>&gt;&gt;</a:t>
            </a:r>
            <a:endParaRPr lang="en-IN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4314833" y="2825611"/>
            <a:ext cx="1856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&lt;&lt;Added&gt;&gt;</a:t>
            </a:r>
            <a:endParaRPr lang="en-IN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4334489" y="3717629"/>
            <a:ext cx="2228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&lt;&lt;Modified&gt;&gt;</a:t>
            </a:r>
            <a:endParaRPr lang="en-IN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4554807" y="4670658"/>
            <a:ext cx="2043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&lt;&lt;Deleted&gt;&gt;</a:t>
            </a:r>
            <a:endParaRPr lang="en-IN" sz="2800" dirty="0"/>
          </a:p>
        </p:txBody>
      </p:sp>
      <p:cxnSp>
        <p:nvCxnSpPr>
          <p:cNvPr id="15" name="Straight Arrow Connector 14"/>
          <p:cNvCxnSpPr>
            <a:stCxn id="10" idx="3"/>
          </p:cNvCxnSpPr>
          <p:nvPr/>
        </p:nvCxnSpPr>
        <p:spPr>
          <a:xfrm>
            <a:off x="6171431" y="3087221"/>
            <a:ext cx="1057428" cy="630408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088813" y="3330325"/>
            <a:ext cx="1103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Load()</a:t>
            </a:r>
            <a:endParaRPr lang="en-IN" sz="2800" dirty="0"/>
          </a:p>
        </p:txBody>
      </p:sp>
      <p:cxnSp>
        <p:nvCxnSpPr>
          <p:cNvPr id="18" name="Straight Arrow Connector 17"/>
          <p:cNvCxnSpPr>
            <a:stCxn id="5" idx="3"/>
            <a:endCxn id="10" idx="1"/>
          </p:cNvCxnSpPr>
          <p:nvPr/>
        </p:nvCxnSpPr>
        <p:spPr>
          <a:xfrm flipV="1">
            <a:off x="1306287" y="3087221"/>
            <a:ext cx="3008546" cy="4136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 rot="20513655">
            <a:off x="2181930" y="2801333"/>
            <a:ext cx="989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Add()</a:t>
            </a:r>
            <a:endParaRPr lang="en-IN" sz="2800" dirty="0"/>
          </a:p>
        </p:txBody>
      </p:sp>
      <p:cxnSp>
        <p:nvCxnSpPr>
          <p:cNvPr id="22" name="Straight Arrow Connector 21"/>
          <p:cNvCxnSpPr>
            <a:stCxn id="5" idx="3"/>
            <a:endCxn id="11" idx="1"/>
          </p:cNvCxnSpPr>
          <p:nvPr/>
        </p:nvCxnSpPr>
        <p:spPr>
          <a:xfrm>
            <a:off x="1306287" y="3500851"/>
            <a:ext cx="3028202" cy="478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5" idx="3"/>
          </p:cNvCxnSpPr>
          <p:nvPr/>
        </p:nvCxnSpPr>
        <p:spPr>
          <a:xfrm>
            <a:off x="1306287" y="3500851"/>
            <a:ext cx="3223916" cy="1392020"/>
          </a:xfrm>
          <a:prstGeom prst="straightConnector1">
            <a:avLst/>
          </a:prstGeom>
          <a:ln w="571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393010" y="3284579"/>
            <a:ext cx="1474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Update()</a:t>
            </a:r>
            <a:endParaRPr lang="en-IN" sz="2800" dirty="0"/>
          </a:p>
        </p:txBody>
      </p:sp>
      <p:sp>
        <p:nvSpPr>
          <p:cNvPr id="29" name="TextBox 28"/>
          <p:cNvSpPr txBox="1"/>
          <p:nvPr/>
        </p:nvSpPr>
        <p:spPr>
          <a:xfrm rot="1689405">
            <a:off x="1535245" y="3952392"/>
            <a:ext cx="1580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Remove()</a:t>
            </a:r>
            <a:endParaRPr lang="en-IN" sz="2800" dirty="0"/>
          </a:p>
        </p:txBody>
      </p:sp>
      <p:sp>
        <p:nvSpPr>
          <p:cNvPr id="33" name="TextBox 32"/>
          <p:cNvSpPr txBox="1"/>
          <p:nvPr/>
        </p:nvSpPr>
        <p:spPr>
          <a:xfrm>
            <a:off x="6040681" y="2117992"/>
            <a:ext cx="23763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Save Changes()</a:t>
            </a:r>
            <a:endParaRPr lang="en-IN" sz="2800" dirty="0"/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11102936" y="3944938"/>
            <a:ext cx="859380" cy="2598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1" idx="3"/>
            <a:endCxn id="9" idx="1"/>
          </p:cNvCxnSpPr>
          <p:nvPr/>
        </p:nvCxnSpPr>
        <p:spPr>
          <a:xfrm>
            <a:off x="6562984" y="3979239"/>
            <a:ext cx="767631" cy="8884"/>
          </a:xfrm>
          <a:prstGeom prst="straightConnector1">
            <a:avLst/>
          </a:prstGeom>
          <a:ln w="571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2" idx="3"/>
          </p:cNvCxnSpPr>
          <p:nvPr/>
        </p:nvCxnSpPr>
        <p:spPr>
          <a:xfrm flipV="1">
            <a:off x="6597995" y="4574525"/>
            <a:ext cx="978462" cy="357743"/>
          </a:xfrm>
          <a:prstGeom prst="straightConnector1">
            <a:avLst/>
          </a:prstGeom>
          <a:ln w="571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84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56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6</cp:revision>
  <dcterms:created xsi:type="dcterms:W3CDTF">2023-09-22T08:01:29Z</dcterms:created>
  <dcterms:modified xsi:type="dcterms:W3CDTF">2023-09-22T10:13:09Z</dcterms:modified>
</cp:coreProperties>
</file>